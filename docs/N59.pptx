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王漢宗顏楷體" charset="1" panose="02000500000000000000"/>
      <p:regular r:id="rId15"/>
    </p:embeddedFont>
    <p:embeddedFont>
      <p:font typeface="Canva Sans" charset="1" panose="020B0503030501040103"/>
      <p:regular r:id="rId16"/>
    </p:embeddedFont>
    <p:embeddedFont>
      <p:font typeface="杨任东竹石体" charset="1" panose="02000000000000000000"/>
      <p:regular r:id="rId17"/>
    </p:embeddedFont>
    <p:embeddedFont>
      <p:font typeface="芫荽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https://youtube.com/shorts/hQ5epFf38_g?feature=share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2229" y="-717641"/>
            <a:ext cx="1847850" cy="1847850"/>
            <a:chOff x="0" y="0"/>
            <a:chExt cx="486677" cy="486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677" cy="486677"/>
            </a:xfrm>
            <a:custGeom>
              <a:avLst/>
              <a:gdLst/>
              <a:ahLst/>
              <a:cxnLst/>
              <a:rect r="r" b="b" t="t" l="l"/>
              <a:pathLst>
                <a:path h="486677" w="486677">
                  <a:moveTo>
                    <a:pt x="243338" y="0"/>
                  </a:moveTo>
                  <a:lnTo>
                    <a:pt x="243338" y="0"/>
                  </a:lnTo>
                  <a:cubicBezTo>
                    <a:pt x="377730" y="0"/>
                    <a:pt x="486677" y="108946"/>
                    <a:pt x="486677" y="243338"/>
                  </a:cubicBezTo>
                  <a:lnTo>
                    <a:pt x="486677" y="243338"/>
                  </a:lnTo>
                  <a:cubicBezTo>
                    <a:pt x="486677" y="307876"/>
                    <a:pt x="461039" y="369770"/>
                    <a:pt x="415404" y="415404"/>
                  </a:cubicBezTo>
                  <a:cubicBezTo>
                    <a:pt x="369770" y="461039"/>
                    <a:pt x="307876" y="486677"/>
                    <a:pt x="243338" y="486677"/>
                  </a:cubicBezTo>
                  <a:lnTo>
                    <a:pt x="243338" y="486677"/>
                  </a:lnTo>
                  <a:cubicBezTo>
                    <a:pt x="178801" y="486677"/>
                    <a:pt x="116907" y="461039"/>
                    <a:pt x="71272" y="415404"/>
                  </a:cubicBezTo>
                  <a:cubicBezTo>
                    <a:pt x="25637" y="369770"/>
                    <a:pt x="0" y="307876"/>
                    <a:pt x="0" y="243338"/>
                  </a:cubicBezTo>
                  <a:lnTo>
                    <a:pt x="0" y="243338"/>
                  </a:lnTo>
                  <a:cubicBezTo>
                    <a:pt x="0" y="178801"/>
                    <a:pt x="25637" y="116907"/>
                    <a:pt x="71272" y="71272"/>
                  </a:cubicBezTo>
                  <a:cubicBezTo>
                    <a:pt x="116907" y="25637"/>
                    <a:pt x="178801" y="0"/>
                    <a:pt x="243338" y="0"/>
                  </a:cubicBezTo>
                  <a:close/>
                </a:path>
              </a:pathLst>
            </a:custGeom>
            <a:solidFill>
              <a:srgbClr val="76EA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6677" cy="572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781503"/>
            <a:ext cx="8476797" cy="8476797"/>
          </a:xfrm>
          <a:custGeom>
            <a:avLst/>
            <a:gdLst/>
            <a:ahLst/>
            <a:cxnLst/>
            <a:rect r="r" b="b" t="t" l="l"/>
            <a:pathLst>
              <a:path h="8476797" w="8476797">
                <a:moveTo>
                  <a:pt x="0" y="0"/>
                </a:moveTo>
                <a:lnTo>
                  <a:pt x="8476797" y="0"/>
                </a:lnTo>
                <a:lnTo>
                  <a:pt x="8476797" y="8476797"/>
                </a:lnTo>
                <a:lnTo>
                  <a:pt x="0" y="8476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500972" y="7045615"/>
            <a:ext cx="1847850" cy="1847850"/>
            <a:chOff x="0" y="0"/>
            <a:chExt cx="486677" cy="4866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6677" cy="486677"/>
            </a:xfrm>
            <a:custGeom>
              <a:avLst/>
              <a:gdLst/>
              <a:ahLst/>
              <a:cxnLst/>
              <a:rect r="r" b="b" t="t" l="l"/>
              <a:pathLst>
                <a:path h="486677" w="486677">
                  <a:moveTo>
                    <a:pt x="243338" y="0"/>
                  </a:moveTo>
                  <a:lnTo>
                    <a:pt x="243338" y="0"/>
                  </a:lnTo>
                  <a:cubicBezTo>
                    <a:pt x="377730" y="0"/>
                    <a:pt x="486677" y="108946"/>
                    <a:pt x="486677" y="243338"/>
                  </a:cubicBezTo>
                  <a:lnTo>
                    <a:pt x="486677" y="243338"/>
                  </a:lnTo>
                  <a:cubicBezTo>
                    <a:pt x="486677" y="307876"/>
                    <a:pt x="461039" y="369770"/>
                    <a:pt x="415404" y="415404"/>
                  </a:cubicBezTo>
                  <a:cubicBezTo>
                    <a:pt x="369770" y="461039"/>
                    <a:pt x="307876" y="486677"/>
                    <a:pt x="243338" y="486677"/>
                  </a:cubicBezTo>
                  <a:lnTo>
                    <a:pt x="243338" y="486677"/>
                  </a:lnTo>
                  <a:cubicBezTo>
                    <a:pt x="178801" y="486677"/>
                    <a:pt x="116907" y="461039"/>
                    <a:pt x="71272" y="415404"/>
                  </a:cubicBezTo>
                  <a:cubicBezTo>
                    <a:pt x="25637" y="369770"/>
                    <a:pt x="0" y="307876"/>
                    <a:pt x="0" y="243338"/>
                  </a:cubicBezTo>
                  <a:lnTo>
                    <a:pt x="0" y="243338"/>
                  </a:lnTo>
                  <a:cubicBezTo>
                    <a:pt x="0" y="178801"/>
                    <a:pt x="25637" y="116907"/>
                    <a:pt x="71272" y="71272"/>
                  </a:cubicBezTo>
                  <a:cubicBezTo>
                    <a:pt x="116907" y="25637"/>
                    <a:pt x="178801" y="0"/>
                    <a:pt x="243338" y="0"/>
                  </a:cubicBezTo>
                  <a:close/>
                </a:path>
              </a:pathLst>
            </a:custGeom>
            <a:solidFill>
              <a:srgbClr val="76EAD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486677" cy="572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6439" y="4560784"/>
            <a:ext cx="7074533" cy="125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4"/>
              </a:lnSpc>
            </a:pPr>
            <a:r>
              <a:rPr lang="en-US" sz="7738">
                <a:solidFill>
                  <a:srgbClr val="272D45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綠能教室系統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439" y="3384623"/>
            <a:ext cx="5422759" cy="125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4"/>
              </a:lnSpc>
            </a:pPr>
            <a:r>
              <a:rPr lang="en-US" sz="7738">
                <a:solidFill>
                  <a:srgbClr val="5ED5CA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GreenClass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6154" y="6501872"/>
            <a:ext cx="6312369" cy="59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7"/>
              </a:lnSpc>
            </a:pPr>
            <a:r>
              <a:rPr lang="en-US" sz="3200">
                <a:solidFill>
                  <a:srgbClr val="2C3249"/>
                </a:solidFill>
                <a:latin typeface="Canva Sans"/>
                <a:ea typeface="Canva Sans"/>
                <a:cs typeface="Canva Sans"/>
                <a:sym typeface="Canva Sans"/>
              </a:rPr>
              <a:t>N59 - 萬丈光芒官方網站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298180"/>
            <a:ext cx="18288000" cy="1988820"/>
            <a:chOff x="0" y="0"/>
            <a:chExt cx="4816593" cy="523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23804"/>
            </a:xfrm>
            <a:custGeom>
              <a:avLst/>
              <a:gdLst/>
              <a:ahLst/>
              <a:cxnLst/>
              <a:rect r="r" b="b" t="t" l="l"/>
              <a:pathLst>
                <a:path h="52380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23804"/>
                  </a:lnTo>
                  <a:lnTo>
                    <a:pt x="0" y="5238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816593" cy="609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492646" y="954577"/>
            <a:ext cx="6266909" cy="109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32"/>
              </a:lnSpc>
              <a:spcBef>
                <a:spcPct val="0"/>
              </a:spcBef>
            </a:pPr>
            <a:r>
              <a:rPr lang="en-US" sz="6727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35735" y="4000340"/>
            <a:ext cx="13616530" cy="2907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3"/>
              </a:lnSpc>
            </a:pPr>
            <a:r>
              <a:rPr lang="en-US" sz="5996">
                <a:solidFill>
                  <a:srgbClr val="FFFFFF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  教室設備常常開整天、沒人關，甚至很多教室根本沒人用，卻還在耗電？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9158" y="7756895"/>
            <a:ext cx="23506971" cy="4623120"/>
            <a:chOff x="0" y="0"/>
            <a:chExt cx="17671268" cy="34754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21920" y="-120650"/>
              <a:ext cx="17915108" cy="3716712"/>
            </a:xfrm>
            <a:custGeom>
              <a:avLst/>
              <a:gdLst/>
              <a:ahLst/>
              <a:cxnLst/>
              <a:rect r="r" b="b" t="t" l="l"/>
              <a:pathLst>
                <a:path h="3716712" w="17915108">
                  <a:moveTo>
                    <a:pt x="17664201" y="2278384"/>
                  </a:moveTo>
                  <a:cubicBezTo>
                    <a:pt x="17915108" y="2029392"/>
                    <a:pt x="17258812" y="1765275"/>
                    <a:pt x="15677795" y="1689065"/>
                  </a:cubicBezTo>
                  <a:lnTo>
                    <a:pt x="14255250" y="1620417"/>
                  </a:lnTo>
                  <a:cubicBezTo>
                    <a:pt x="15733076" y="1664049"/>
                    <a:pt x="17214588" y="1526755"/>
                    <a:pt x="17664201" y="1294634"/>
                  </a:cubicBezTo>
                  <a:cubicBezTo>
                    <a:pt x="17915108" y="1045642"/>
                    <a:pt x="17258812" y="781525"/>
                    <a:pt x="15677795" y="705315"/>
                  </a:cubicBezTo>
                  <a:lnTo>
                    <a:pt x="3984170" y="141593"/>
                  </a:lnTo>
                  <a:cubicBezTo>
                    <a:pt x="2406839" y="0"/>
                    <a:pt x="737374" y="205586"/>
                    <a:pt x="254593" y="454578"/>
                  </a:cubicBezTo>
                  <a:cubicBezTo>
                    <a:pt x="1270" y="703570"/>
                    <a:pt x="659982" y="967687"/>
                    <a:pt x="2240998" y="1043897"/>
                  </a:cubicBezTo>
                  <a:lnTo>
                    <a:pt x="3659859" y="1112544"/>
                  </a:lnTo>
                  <a:cubicBezTo>
                    <a:pt x="2182032" y="1068913"/>
                    <a:pt x="700520" y="1206207"/>
                    <a:pt x="250907" y="1438328"/>
                  </a:cubicBezTo>
                  <a:cubicBezTo>
                    <a:pt x="0" y="1687319"/>
                    <a:pt x="656296" y="1951437"/>
                    <a:pt x="2237313" y="2027647"/>
                  </a:cubicBezTo>
                  <a:lnTo>
                    <a:pt x="3659859" y="2096294"/>
                  </a:lnTo>
                  <a:cubicBezTo>
                    <a:pt x="2182032" y="2052662"/>
                    <a:pt x="700520" y="2189957"/>
                    <a:pt x="250907" y="2422077"/>
                  </a:cubicBezTo>
                  <a:cubicBezTo>
                    <a:pt x="0" y="2671069"/>
                    <a:pt x="656296" y="2935187"/>
                    <a:pt x="2237313" y="3011397"/>
                  </a:cubicBezTo>
                  <a:lnTo>
                    <a:pt x="13930938" y="3575118"/>
                  </a:lnTo>
                  <a:cubicBezTo>
                    <a:pt x="15508269" y="3716712"/>
                    <a:pt x="17181420" y="3511125"/>
                    <a:pt x="17664201" y="3261552"/>
                  </a:cubicBezTo>
                  <a:cubicBezTo>
                    <a:pt x="17915108" y="3012560"/>
                    <a:pt x="17258812" y="2748443"/>
                    <a:pt x="15677795" y="2672233"/>
                  </a:cubicBezTo>
                  <a:lnTo>
                    <a:pt x="14255250" y="2603585"/>
                  </a:lnTo>
                  <a:cubicBezTo>
                    <a:pt x="15733076" y="2648381"/>
                    <a:pt x="17214587" y="2510504"/>
                    <a:pt x="17664201" y="2278384"/>
                  </a:cubicBezTo>
                  <a:close/>
                </a:path>
              </a:pathLst>
            </a:custGeom>
            <a:solidFill>
              <a:srgbClr val="0097B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4154693" y="-1591893"/>
            <a:ext cx="23506971" cy="4623120"/>
            <a:chOff x="0" y="0"/>
            <a:chExt cx="17671268" cy="3475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21920" y="-120650"/>
              <a:ext cx="17915108" cy="3716712"/>
            </a:xfrm>
            <a:custGeom>
              <a:avLst/>
              <a:gdLst/>
              <a:ahLst/>
              <a:cxnLst/>
              <a:rect r="r" b="b" t="t" l="l"/>
              <a:pathLst>
                <a:path h="3716712" w="17915108">
                  <a:moveTo>
                    <a:pt x="17664201" y="2278384"/>
                  </a:moveTo>
                  <a:cubicBezTo>
                    <a:pt x="17915108" y="2029392"/>
                    <a:pt x="17258812" y="1765275"/>
                    <a:pt x="15677795" y="1689065"/>
                  </a:cubicBezTo>
                  <a:lnTo>
                    <a:pt x="14255250" y="1620417"/>
                  </a:lnTo>
                  <a:cubicBezTo>
                    <a:pt x="15733076" y="1664049"/>
                    <a:pt x="17214588" y="1526755"/>
                    <a:pt x="17664201" y="1294634"/>
                  </a:cubicBezTo>
                  <a:cubicBezTo>
                    <a:pt x="17915108" y="1045642"/>
                    <a:pt x="17258812" y="781525"/>
                    <a:pt x="15677795" y="705315"/>
                  </a:cubicBezTo>
                  <a:lnTo>
                    <a:pt x="3984170" y="141593"/>
                  </a:lnTo>
                  <a:cubicBezTo>
                    <a:pt x="2406839" y="0"/>
                    <a:pt x="737374" y="205586"/>
                    <a:pt x="254593" y="454578"/>
                  </a:cubicBezTo>
                  <a:cubicBezTo>
                    <a:pt x="1270" y="703570"/>
                    <a:pt x="659982" y="967687"/>
                    <a:pt x="2240998" y="1043897"/>
                  </a:cubicBezTo>
                  <a:lnTo>
                    <a:pt x="3659859" y="1112544"/>
                  </a:lnTo>
                  <a:cubicBezTo>
                    <a:pt x="2182032" y="1068913"/>
                    <a:pt x="700520" y="1206207"/>
                    <a:pt x="250907" y="1438328"/>
                  </a:cubicBezTo>
                  <a:cubicBezTo>
                    <a:pt x="0" y="1687319"/>
                    <a:pt x="656296" y="1951437"/>
                    <a:pt x="2237313" y="2027647"/>
                  </a:cubicBezTo>
                  <a:lnTo>
                    <a:pt x="3659859" y="2096294"/>
                  </a:lnTo>
                  <a:cubicBezTo>
                    <a:pt x="2182032" y="2052662"/>
                    <a:pt x="700520" y="2189957"/>
                    <a:pt x="250907" y="2422077"/>
                  </a:cubicBezTo>
                  <a:cubicBezTo>
                    <a:pt x="0" y="2671069"/>
                    <a:pt x="656296" y="2935187"/>
                    <a:pt x="2237313" y="3011397"/>
                  </a:cubicBezTo>
                  <a:lnTo>
                    <a:pt x="13930938" y="3575118"/>
                  </a:lnTo>
                  <a:cubicBezTo>
                    <a:pt x="15508269" y="3716712"/>
                    <a:pt x="17181420" y="3511125"/>
                    <a:pt x="17664201" y="3261552"/>
                  </a:cubicBezTo>
                  <a:cubicBezTo>
                    <a:pt x="17915108" y="3012560"/>
                    <a:pt x="17258812" y="2748443"/>
                    <a:pt x="15677795" y="2672233"/>
                  </a:cubicBezTo>
                  <a:lnTo>
                    <a:pt x="14255250" y="2603585"/>
                  </a:lnTo>
                  <a:cubicBezTo>
                    <a:pt x="15733076" y="2648381"/>
                    <a:pt x="17214587" y="2510504"/>
                    <a:pt x="17664201" y="2278384"/>
                  </a:cubicBezTo>
                  <a:close/>
                </a:path>
              </a:pathLst>
            </a:custGeom>
            <a:solidFill>
              <a:srgbClr val="5ED5C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19247" y="962025"/>
            <a:ext cx="4426909" cy="103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28"/>
              </a:lnSpc>
              <a:spcBef>
                <a:spcPct val="0"/>
              </a:spcBef>
            </a:pPr>
            <a:r>
              <a:rPr lang="en-US" sz="6356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現有的問題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96806"/>
            <a:ext cx="12912816" cy="449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5753" indent="-452877" lvl="1">
              <a:lnSpc>
                <a:spcPts val="9103"/>
              </a:lnSpc>
              <a:buAutoNum type="arabicPeriod" startAt="1"/>
            </a:pPr>
            <a:r>
              <a:rPr lang="en-US" sz="4195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開關教室設備很麻煩，要來回走動</a:t>
            </a:r>
          </a:p>
          <a:p>
            <a:pPr algn="just" marL="905753" indent="-452877" lvl="1">
              <a:lnSpc>
                <a:spcPts val="9103"/>
              </a:lnSpc>
              <a:buAutoNum type="arabicPeriod" startAt="1"/>
            </a:pPr>
            <a:r>
              <a:rPr lang="en-US" sz="4195">
                <a:solidFill>
                  <a:srgbClr val="0097B2"/>
                </a:solidFill>
                <a:latin typeface="芫荽"/>
                <a:ea typeface="芫荽"/>
                <a:cs typeface="芫荽"/>
                <a:sym typeface="芫荽"/>
              </a:rPr>
              <a:t>學生找不到空教室</a:t>
            </a:r>
          </a:p>
          <a:p>
            <a:pPr algn="just" marL="905753" indent="-452877" lvl="1">
              <a:lnSpc>
                <a:spcPts val="9103"/>
              </a:lnSpc>
              <a:buAutoNum type="arabicPeriod" startAt="1"/>
            </a:pPr>
            <a:r>
              <a:rPr lang="en-US" sz="4195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因為老是忘記關教室，導致能源消耗增加</a:t>
            </a:r>
          </a:p>
          <a:p>
            <a:pPr algn="just" marL="905753" indent="-452877" lvl="1">
              <a:lnSpc>
                <a:spcPts val="9103"/>
              </a:lnSpc>
              <a:buAutoNum type="arabicPeriod" startAt="1"/>
            </a:pPr>
            <a:r>
              <a:rPr lang="en-US" sz="4195">
                <a:solidFill>
                  <a:srgbClr val="0097B2"/>
                </a:solidFill>
                <a:latin typeface="芫荽"/>
                <a:ea typeface="芫荽"/>
                <a:cs typeface="芫荽"/>
                <a:sym typeface="芫荽"/>
              </a:rPr>
              <a:t>遠端控制教室設備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9158" y="7756895"/>
            <a:ext cx="23506971" cy="4623120"/>
            <a:chOff x="0" y="0"/>
            <a:chExt cx="17671268" cy="34754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21920" y="-120650"/>
              <a:ext cx="17915108" cy="3716712"/>
            </a:xfrm>
            <a:custGeom>
              <a:avLst/>
              <a:gdLst/>
              <a:ahLst/>
              <a:cxnLst/>
              <a:rect r="r" b="b" t="t" l="l"/>
              <a:pathLst>
                <a:path h="3716712" w="17915108">
                  <a:moveTo>
                    <a:pt x="17664201" y="2278384"/>
                  </a:moveTo>
                  <a:cubicBezTo>
                    <a:pt x="17915108" y="2029392"/>
                    <a:pt x="17258812" y="1765275"/>
                    <a:pt x="15677795" y="1689065"/>
                  </a:cubicBezTo>
                  <a:lnTo>
                    <a:pt x="14255250" y="1620417"/>
                  </a:lnTo>
                  <a:cubicBezTo>
                    <a:pt x="15733076" y="1664049"/>
                    <a:pt x="17214588" y="1526755"/>
                    <a:pt x="17664201" y="1294634"/>
                  </a:cubicBezTo>
                  <a:cubicBezTo>
                    <a:pt x="17915108" y="1045642"/>
                    <a:pt x="17258812" y="781525"/>
                    <a:pt x="15677795" y="705315"/>
                  </a:cubicBezTo>
                  <a:lnTo>
                    <a:pt x="3984170" y="141593"/>
                  </a:lnTo>
                  <a:cubicBezTo>
                    <a:pt x="2406839" y="0"/>
                    <a:pt x="737374" y="205586"/>
                    <a:pt x="254593" y="454578"/>
                  </a:cubicBezTo>
                  <a:cubicBezTo>
                    <a:pt x="1270" y="703570"/>
                    <a:pt x="659982" y="967687"/>
                    <a:pt x="2240998" y="1043897"/>
                  </a:cubicBezTo>
                  <a:lnTo>
                    <a:pt x="3659859" y="1112544"/>
                  </a:lnTo>
                  <a:cubicBezTo>
                    <a:pt x="2182032" y="1068913"/>
                    <a:pt x="700520" y="1206207"/>
                    <a:pt x="250907" y="1438328"/>
                  </a:cubicBezTo>
                  <a:cubicBezTo>
                    <a:pt x="0" y="1687319"/>
                    <a:pt x="656296" y="1951437"/>
                    <a:pt x="2237313" y="2027647"/>
                  </a:cubicBezTo>
                  <a:lnTo>
                    <a:pt x="3659859" y="2096294"/>
                  </a:lnTo>
                  <a:cubicBezTo>
                    <a:pt x="2182032" y="2052662"/>
                    <a:pt x="700520" y="2189957"/>
                    <a:pt x="250907" y="2422077"/>
                  </a:cubicBezTo>
                  <a:cubicBezTo>
                    <a:pt x="0" y="2671069"/>
                    <a:pt x="656296" y="2935187"/>
                    <a:pt x="2237313" y="3011397"/>
                  </a:cubicBezTo>
                  <a:lnTo>
                    <a:pt x="13930938" y="3575118"/>
                  </a:lnTo>
                  <a:cubicBezTo>
                    <a:pt x="15508269" y="3716712"/>
                    <a:pt x="17181420" y="3511125"/>
                    <a:pt x="17664201" y="3261552"/>
                  </a:cubicBezTo>
                  <a:cubicBezTo>
                    <a:pt x="17915108" y="3012560"/>
                    <a:pt x="17258812" y="2748443"/>
                    <a:pt x="15677795" y="2672233"/>
                  </a:cubicBezTo>
                  <a:lnTo>
                    <a:pt x="14255250" y="2603585"/>
                  </a:lnTo>
                  <a:cubicBezTo>
                    <a:pt x="15733076" y="2648381"/>
                    <a:pt x="17214587" y="2510504"/>
                    <a:pt x="17664201" y="2278384"/>
                  </a:cubicBezTo>
                  <a:close/>
                </a:path>
              </a:pathLst>
            </a:custGeom>
            <a:solidFill>
              <a:srgbClr val="0097B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4154693" y="-1591893"/>
            <a:ext cx="23506971" cy="4623120"/>
            <a:chOff x="0" y="0"/>
            <a:chExt cx="17671268" cy="3475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21920" y="-120650"/>
              <a:ext cx="17915108" cy="3716712"/>
            </a:xfrm>
            <a:custGeom>
              <a:avLst/>
              <a:gdLst/>
              <a:ahLst/>
              <a:cxnLst/>
              <a:rect r="r" b="b" t="t" l="l"/>
              <a:pathLst>
                <a:path h="3716712" w="17915108">
                  <a:moveTo>
                    <a:pt x="17664201" y="2278384"/>
                  </a:moveTo>
                  <a:cubicBezTo>
                    <a:pt x="17915108" y="2029392"/>
                    <a:pt x="17258812" y="1765275"/>
                    <a:pt x="15677795" y="1689065"/>
                  </a:cubicBezTo>
                  <a:lnTo>
                    <a:pt x="14255250" y="1620417"/>
                  </a:lnTo>
                  <a:cubicBezTo>
                    <a:pt x="15733076" y="1664049"/>
                    <a:pt x="17214588" y="1526755"/>
                    <a:pt x="17664201" y="1294634"/>
                  </a:cubicBezTo>
                  <a:cubicBezTo>
                    <a:pt x="17915108" y="1045642"/>
                    <a:pt x="17258812" y="781525"/>
                    <a:pt x="15677795" y="705315"/>
                  </a:cubicBezTo>
                  <a:lnTo>
                    <a:pt x="3984170" y="141593"/>
                  </a:lnTo>
                  <a:cubicBezTo>
                    <a:pt x="2406839" y="0"/>
                    <a:pt x="737374" y="205586"/>
                    <a:pt x="254593" y="454578"/>
                  </a:cubicBezTo>
                  <a:cubicBezTo>
                    <a:pt x="1270" y="703570"/>
                    <a:pt x="659982" y="967687"/>
                    <a:pt x="2240998" y="1043897"/>
                  </a:cubicBezTo>
                  <a:lnTo>
                    <a:pt x="3659859" y="1112544"/>
                  </a:lnTo>
                  <a:cubicBezTo>
                    <a:pt x="2182032" y="1068913"/>
                    <a:pt x="700520" y="1206207"/>
                    <a:pt x="250907" y="1438328"/>
                  </a:cubicBezTo>
                  <a:cubicBezTo>
                    <a:pt x="0" y="1687319"/>
                    <a:pt x="656296" y="1951437"/>
                    <a:pt x="2237313" y="2027647"/>
                  </a:cubicBezTo>
                  <a:lnTo>
                    <a:pt x="3659859" y="2096294"/>
                  </a:lnTo>
                  <a:cubicBezTo>
                    <a:pt x="2182032" y="2052662"/>
                    <a:pt x="700520" y="2189957"/>
                    <a:pt x="250907" y="2422077"/>
                  </a:cubicBezTo>
                  <a:cubicBezTo>
                    <a:pt x="0" y="2671069"/>
                    <a:pt x="656296" y="2935187"/>
                    <a:pt x="2237313" y="3011397"/>
                  </a:cubicBezTo>
                  <a:lnTo>
                    <a:pt x="13930938" y="3575118"/>
                  </a:lnTo>
                  <a:cubicBezTo>
                    <a:pt x="15508269" y="3716712"/>
                    <a:pt x="17181420" y="3511125"/>
                    <a:pt x="17664201" y="3261552"/>
                  </a:cubicBezTo>
                  <a:cubicBezTo>
                    <a:pt x="17915108" y="3012560"/>
                    <a:pt x="17258812" y="2748443"/>
                    <a:pt x="15677795" y="2672233"/>
                  </a:cubicBezTo>
                  <a:lnTo>
                    <a:pt x="14255250" y="2603585"/>
                  </a:lnTo>
                  <a:cubicBezTo>
                    <a:pt x="15733076" y="2648381"/>
                    <a:pt x="17214587" y="2510504"/>
                    <a:pt x="17664201" y="2278384"/>
                  </a:cubicBezTo>
                  <a:close/>
                </a:path>
              </a:pathLst>
            </a:custGeom>
            <a:solidFill>
              <a:srgbClr val="5ED5C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001145" y="1134224"/>
            <a:ext cx="6258155" cy="3794006"/>
          </a:xfrm>
          <a:custGeom>
            <a:avLst/>
            <a:gdLst/>
            <a:ahLst/>
            <a:cxnLst/>
            <a:rect r="r" b="b" t="t" l="l"/>
            <a:pathLst>
              <a:path h="3794006" w="6258155">
                <a:moveTo>
                  <a:pt x="0" y="0"/>
                </a:moveTo>
                <a:lnTo>
                  <a:pt x="6258155" y="0"/>
                </a:lnTo>
                <a:lnTo>
                  <a:pt x="6258155" y="3794006"/>
                </a:lnTo>
                <a:lnTo>
                  <a:pt x="0" y="3794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01145" y="5100621"/>
            <a:ext cx="6258155" cy="4052155"/>
          </a:xfrm>
          <a:custGeom>
            <a:avLst/>
            <a:gdLst/>
            <a:ahLst/>
            <a:cxnLst/>
            <a:rect r="r" b="b" t="t" l="l"/>
            <a:pathLst>
              <a:path h="4052155" w="6258155">
                <a:moveTo>
                  <a:pt x="0" y="0"/>
                </a:moveTo>
                <a:lnTo>
                  <a:pt x="6258155" y="0"/>
                </a:lnTo>
                <a:lnTo>
                  <a:pt x="6258155" y="4052155"/>
                </a:lnTo>
                <a:lnTo>
                  <a:pt x="0" y="4052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19247" y="962025"/>
            <a:ext cx="4426909" cy="103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28"/>
              </a:lnSpc>
              <a:spcBef>
                <a:spcPct val="0"/>
              </a:spcBef>
            </a:pPr>
            <a:r>
              <a:rPr lang="en-US" sz="6356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Idea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538" y="3023773"/>
            <a:ext cx="9061235" cy="449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5753" indent="-452877" lvl="1">
              <a:lnSpc>
                <a:spcPts val="9103"/>
              </a:lnSpc>
              <a:buFont typeface="Arial"/>
              <a:buChar char="•"/>
            </a:pPr>
            <a:r>
              <a:rPr lang="en-US" sz="4195">
                <a:solidFill>
                  <a:srgbClr val="0097B2"/>
                </a:solidFill>
                <a:latin typeface="芫荽"/>
                <a:ea typeface="芫荽"/>
                <a:cs typeface="芫荽"/>
                <a:sym typeface="芫荽"/>
              </a:rPr>
              <a:t>一卡開關教室設備</a:t>
            </a:r>
          </a:p>
          <a:p>
            <a:pPr algn="just" marL="905753" indent="-452877" lvl="1">
              <a:lnSpc>
                <a:spcPts val="9103"/>
              </a:lnSpc>
              <a:buFont typeface="Arial"/>
              <a:buChar char="•"/>
            </a:pPr>
            <a:r>
              <a:rPr lang="en-US" sz="4195">
                <a:solidFill>
                  <a:srgbClr val="2C3249"/>
                </a:solidFill>
                <a:latin typeface="芫荽"/>
                <a:ea typeface="芫荽"/>
                <a:cs typeface="芫荽"/>
                <a:sym typeface="芫荽"/>
              </a:rPr>
              <a:t>能源消耗與操作紀錄</a:t>
            </a:r>
          </a:p>
          <a:p>
            <a:pPr algn="just" marL="905753" indent="-452877" lvl="1">
              <a:lnSpc>
                <a:spcPts val="9103"/>
              </a:lnSpc>
              <a:buFont typeface="Arial"/>
              <a:buChar char="•"/>
            </a:pPr>
            <a:r>
              <a:rPr lang="en-US" sz="4195">
                <a:solidFill>
                  <a:srgbClr val="0097B2"/>
                </a:solidFill>
                <a:latin typeface="芫荽"/>
                <a:ea typeface="芫荽"/>
                <a:cs typeface="芫荽"/>
                <a:sym typeface="芫荽"/>
              </a:rPr>
              <a:t>手機查看教室的設備狀況</a:t>
            </a:r>
          </a:p>
          <a:p>
            <a:pPr algn="just" marL="905753" indent="-452877" lvl="1">
              <a:lnSpc>
                <a:spcPts val="9103"/>
              </a:lnSpc>
              <a:buFont typeface="Arial"/>
              <a:buChar char="•"/>
            </a:pPr>
            <a:r>
              <a:rPr lang="en-US" sz="4195">
                <a:solidFill>
                  <a:srgbClr val="2C3249"/>
                </a:solidFill>
                <a:latin typeface="芫荽"/>
                <a:ea typeface="芫荽"/>
                <a:cs typeface="芫荽"/>
                <a:sym typeface="芫荽"/>
              </a:rPr>
              <a:t>平常使用的 Line 帳號就可以做到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37662" y="-4017540"/>
            <a:ext cx="8100677" cy="10092480"/>
            <a:chOff x="0" y="0"/>
            <a:chExt cx="6089650" cy="7586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21920" y="-120650"/>
              <a:ext cx="6333490" cy="7828280"/>
            </a:xfrm>
            <a:custGeom>
              <a:avLst/>
              <a:gdLst/>
              <a:ahLst/>
              <a:cxnLst/>
              <a:rect r="r" b="b" t="t" l="l"/>
              <a:pathLst>
                <a:path h="7828280" w="6333490">
                  <a:moveTo>
                    <a:pt x="6167120" y="4831080"/>
                  </a:moveTo>
                  <a:cubicBezTo>
                    <a:pt x="6333490" y="4287520"/>
                    <a:pt x="6027420" y="3710940"/>
                    <a:pt x="5482590" y="3544570"/>
                  </a:cubicBezTo>
                  <a:lnTo>
                    <a:pt x="4992370" y="3394710"/>
                  </a:lnTo>
                  <a:cubicBezTo>
                    <a:pt x="5501640" y="3489960"/>
                    <a:pt x="6012180" y="3190240"/>
                    <a:pt x="6167120" y="2683510"/>
                  </a:cubicBezTo>
                  <a:cubicBezTo>
                    <a:pt x="6333490" y="2139950"/>
                    <a:pt x="6027420" y="1563370"/>
                    <a:pt x="5482590" y="1397000"/>
                  </a:cubicBezTo>
                  <a:lnTo>
                    <a:pt x="1452880" y="166370"/>
                  </a:lnTo>
                  <a:cubicBezTo>
                    <a:pt x="909320" y="0"/>
                    <a:pt x="334010" y="306070"/>
                    <a:pt x="167640" y="849630"/>
                  </a:cubicBezTo>
                  <a:cubicBezTo>
                    <a:pt x="1270" y="1393190"/>
                    <a:pt x="307340" y="1969770"/>
                    <a:pt x="852170" y="2136140"/>
                  </a:cubicBezTo>
                  <a:lnTo>
                    <a:pt x="1341120" y="2286000"/>
                  </a:lnTo>
                  <a:cubicBezTo>
                    <a:pt x="831850" y="2190750"/>
                    <a:pt x="321310" y="2490470"/>
                    <a:pt x="166370" y="2997200"/>
                  </a:cubicBezTo>
                  <a:cubicBezTo>
                    <a:pt x="0" y="3540760"/>
                    <a:pt x="306070" y="4117340"/>
                    <a:pt x="850900" y="4283710"/>
                  </a:cubicBezTo>
                  <a:lnTo>
                    <a:pt x="1341120" y="4433570"/>
                  </a:lnTo>
                  <a:cubicBezTo>
                    <a:pt x="831850" y="4338320"/>
                    <a:pt x="321310" y="4638040"/>
                    <a:pt x="166370" y="5144770"/>
                  </a:cubicBezTo>
                  <a:cubicBezTo>
                    <a:pt x="0" y="5688330"/>
                    <a:pt x="306070" y="6264910"/>
                    <a:pt x="850900" y="6431280"/>
                  </a:cubicBezTo>
                  <a:lnTo>
                    <a:pt x="4880610" y="7661910"/>
                  </a:lnTo>
                  <a:cubicBezTo>
                    <a:pt x="5424170" y="7828280"/>
                    <a:pt x="6000750" y="7522210"/>
                    <a:pt x="6167120" y="6977380"/>
                  </a:cubicBezTo>
                  <a:cubicBezTo>
                    <a:pt x="6333490" y="6433820"/>
                    <a:pt x="6027420" y="5857240"/>
                    <a:pt x="5482590" y="5690870"/>
                  </a:cubicBezTo>
                  <a:lnTo>
                    <a:pt x="4992370" y="5541010"/>
                  </a:lnTo>
                  <a:cubicBezTo>
                    <a:pt x="5501640" y="5638800"/>
                    <a:pt x="6012180" y="5337810"/>
                    <a:pt x="6167120" y="4831080"/>
                  </a:cubicBezTo>
                  <a:close/>
                </a:path>
              </a:pathLst>
            </a:custGeom>
            <a:solidFill>
              <a:srgbClr val="0097B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163037" y="3345042"/>
            <a:ext cx="7927751" cy="792775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ED5C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8900" y="3175"/>
              <a:ext cx="635000" cy="720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519993">
            <a:off x="1419769" y="4826759"/>
            <a:ext cx="1820281" cy="3302096"/>
          </a:xfrm>
          <a:custGeom>
            <a:avLst/>
            <a:gdLst/>
            <a:ahLst/>
            <a:cxnLst/>
            <a:rect r="r" b="b" t="t" l="l"/>
            <a:pathLst>
              <a:path h="3302096" w="1820281">
                <a:moveTo>
                  <a:pt x="0" y="0"/>
                </a:moveTo>
                <a:lnTo>
                  <a:pt x="1820281" y="0"/>
                </a:lnTo>
                <a:lnTo>
                  <a:pt x="1820281" y="3302096"/>
                </a:lnTo>
                <a:lnTo>
                  <a:pt x="0" y="3302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4143" y="-461618"/>
            <a:ext cx="4952717" cy="2980635"/>
          </a:xfrm>
          <a:custGeom>
            <a:avLst/>
            <a:gdLst/>
            <a:ahLst/>
            <a:cxnLst/>
            <a:rect r="r" b="b" t="t" l="l"/>
            <a:pathLst>
              <a:path h="2980635" w="4952717">
                <a:moveTo>
                  <a:pt x="0" y="0"/>
                </a:moveTo>
                <a:lnTo>
                  <a:pt x="4952718" y="0"/>
                </a:lnTo>
                <a:lnTo>
                  <a:pt x="4952718" y="2980636"/>
                </a:lnTo>
                <a:lnTo>
                  <a:pt x="0" y="2980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60878" y="1784982"/>
            <a:ext cx="5938266" cy="6121845"/>
          </a:xfrm>
          <a:custGeom>
            <a:avLst/>
            <a:gdLst/>
            <a:ahLst/>
            <a:cxnLst/>
            <a:rect r="r" b="b" t="t" l="l"/>
            <a:pathLst>
              <a:path h="6121845" w="5938266">
                <a:moveTo>
                  <a:pt x="0" y="0"/>
                </a:moveTo>
                <a:lnTo>
                  <a:pt x="5938266" y="0"/>
                </a:lnTo>
                <a:lnTo>
                  <a:pt x="5938266" y="6121845"/>
                </a:lnTo>
                <a:lnTo>
                  <a:pt x="0" y="6121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3888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86485" y="1784982"/>
            <a:ext cx="7014707" cy="6121845"/>
          </a:xfrm>
          <a:custGeom>
            <a:avLst/>
            <a:gdLst/>
            <a:ahLst/>
            <a:cxnLst/>
            <a:rect r="r" b="b" t="t" l="l"/>
            <a:pathLst>
              <a:path h="6121845" w="7014707">
                <a:moveTo>
                  <a:pt x="0" y="0"/>
                </a:moveTo>
                <a:lnTo>
                  <a:pt x="7014707" y="0"/>
                </a:lnTo>
                <a:lnTo>
                  <a:pt x="7014707" y="6121845"/>
                </a:lnTo>
                <a:lnTo>
                  <a:pt x="0" y="6121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1722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83890" y="8498164"/>
            <a:ext cx="7436975" cy="103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8"/>
              </a:lnSpc>
              <a:spcBef>
                <a:spcPct val="0"/>
              </a:spcBef>
            </a:pPr>
            <a:r>
              <a:rPr lang="en-US" sz="6356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設備的控制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37662" y="-4017540"/>
            <a:ext cx="8100677" cy="10092480"/>
            <a:chOff x="0" y="0"/>
            <a:chExt cx="6089650" cy="7586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21920" y="-120650"/>
              <a:ext cx="6333490" cy="7828280"/>
            </a:xfrm>
            <a:custGeom>
              <a:avLst/>
              <a:gdLst/>
              <a:ahLst/>
              <a:cxnLst/>
              <a:rect r="r" b="b" t="t" l="l"/>
              <a:pathLst>
                <a:path h="7828280" w="6333490">
                  <a:moveTo>
                    <a:pt x="6167120" y="4831080"/>
                  </a:moveTo>
                  <a:cubicBezTo>
                    <a:pt x="6333490" y="4287520"/>
                    <a:pt x="6027420" y="3710940"/>
                    <a:pt x="5482590" y="3544570"/>
                  </a:cubicBezTo>
                  <a:lnTo>
                    <a:pt x="4992370" y="3394710"/>
                  </a:lnTo>
                  <a:cubicBezTo>
                    <a:pt x="5501640" y="3489960"/>
                    <a:pt x="6012180" y="3190240"/>
                    <a:pt x="6167120" y="2683510"/>
                  </a:cubicBezTo>
                  <a:cubicBezTo>
                    <a:pt x="6333490" y="2139950"/>
                    <a:pt x="6027420" y="1563370"/>
                    <a:pt x="5482590" y="1397000"/>
                  </a:cubicBezTo>
                  <a:lnTo>
                    <a:pt x="1452880" y="166370"/>
                  </a:lnTo>
                  <a:cubicBezTo>
                    <a:pt x="909320" y="0"/>
                    <a:pt x="334010" y="306070"/>
                    <a:pt x="167640" y="849630"/>
                  </a:cubicBezTo>
                  <a:cubicBezTo>
                    <a:pt x="1270" y="1393190"/>
                    <a:pt x="307340" y="1969770"/>
                    <a:pt x="852170" y="2136140"/>
                  </a:cubicBezTo>
                  <a:lnTo>
                    <a:pt x="1341120" y="2286000"/>
                  </a:lnTo>
                  <a:cubicBezTo>
                    <a:pt x="831850" y="2190750"/>
                    <a:pt x="321310" y="2490470"/>
                    <a:pt x="166370" y="2997200"/>
                  </a:cubicBezTo>
                  <a:cubicBezTo>
                    <a:pt x="0" y="3540760"/>
                    <a:pt x="306070" y="4117340"/>
                    <a:pt x="850900" y="4283710"/>
                  </a:cubicBezTo>
                  <a:lnTo>
                    <a:pt x="1341120" y="4433570"/>
                  </a:lnTo>
                  <a:cubicBezTo>
                    <a:pt x="831850" y="4338320"/>
                    <a:pt x="321310" y="4638040"/>
                    <a:pt x="166370" y="5144770"/>
                  </a:cubicBezTo>
                  <a:cubicBezTo>
                    <a:pt x="0" y="5688330"/>
                    <a:pt x="306070" y="6264910"/>
                    <a:pt x="850900" y="6431280"/>
                  </a:cubicBezTo>
                  <a:lnTo>
                    <a:pt x="4880610" y="7661910"/>
                  </a:lnTo>
                  <a:cubicBezTo>
                    <a:pt x="5424170" y="7828280"/>
                    <a:pt x="6000750" y="7522210"/>
                    <a:pt x="6167120" y="6977380"/>
                  </a:cubicBezTo>
                  <a:cubicBezTo>
                    <a:pt x="6333490" y="6433820"/>
                    <a:pt x="6027420" y="5857240"/>
                    <a:pt x="5482590" y="5690870"/>
                  </a:cubicBezTo>
                  <a:lnTo>
                    <a:pt x="4992370" y="5541010"/>
                  </a:lnTo>
                  <a:cubicBezTo>
                    <a:pt x="5501640" y="5638800"/>
                    <a:pt x="6012180" y="5337810"/>
                    <a:pt x="6167120" y="4831080"/>
                  </a:cubicBezTo>
                  <a:close/>
                </a:path>
              </a:pathLst>
            </a:custGeom>
            <a:solidFill>
              <a:srgbClr val="0097B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163037" y="3345042"/>
            <a:ext cx="7927751" cy="792775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ED5C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8900" y="3175"/>
              <a:ext cx="635000" cy="720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519993">
            <a:off x="1419769" y="4826759"/>
            <a:ext cx="1820281" cy="3302096"/>
          </a:xfrm>
          <a:custGeom>
            <a:avLst/>
            <a:gdLst/>
            <a:ahLst/>
            <a:cxnLst/>
            <a:rect r="r" b="b" t="t" l="l"/>
            <a:pathLst>
              <a:path h="3302096" w="1820281">
                <a:moveTo>
                  <a:pt x="0" y="0"/>
                </a:moveTo>
                <a:lnTo>
                  <a:pt x="1820281" y="0"/>
                </a:lnTo>
                <a:lnTo>
                  <a:pt x="1820281" y="3302096"/>
                </a:lnTo>
                <a:lnTo>
                  <a:pt x="0" y="3302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4143" y="-461618"/>
            <a:ext cx="4952717" cy="2980635"/>
          </a:xfrm>
          <a:custGeom>
            <a:avLst/>
            <a:gdLst/>
            <a:ahLst/>
            <a:cxnLst/>
            <a:rect r="r" b="b" t="t" l="l"/>
            <a:pathLst>
              <a:path h="2980635" w="4952717">
                <a:moveTo>
                  <a:pt x="0" y="0"/>
                </a:moveTo>
                <a:lnTo>
                  <a:pt x="4952718" y="0"/>
                </a:lnTo>
                <a:lnTo>
                  <a:pt x="4952718" y="2980636"/>
                </a:lnTo>
                <a:lnTo>
                  <a:pt x="0" y="2980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82701" y="4594278"/>
            <a:ext cx="7436975" cy="103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8"/>
              </a:lnSpc>
              <a:spcBef>
                <a:spcPct val="0"/>
              </a:spcBef>
            </a:pPr>
            <a:r>
              <a:rPr lang="en-US" sz="6356" u="sng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  <a:hlinkClick r:id="rId6" tooltip="https://youtube.com/shorts/hQ5epFf38_g?feature=share"/>
              </a:rPr>
              <a:t>展示影片網址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64715" y="6008265"/>
            <a:ext cx="11020408" cy="190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8"/>
              </a:lnSpc>
              <a:spcBef>
                <a:spcPct val="0"/>
              </a:spcBef>
            </a:pPr>
            <a:r>
              <a:rPr lang="en-US" sz="6356" u="sng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https://youtube.com/shorts/hQ5epFf38_g?feature=share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37662" y="-4017540"/>
            <a:ext cx="8100677" cy="10092480"/>
            <a:chOff x="0" y="0"/>
            <a:chExt cx="6089650" cy="7586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21920" y="-120650"/>
              <a:ext cx="6333490" cy="7828280"/>
            </a:xfrm>
            <a:custGeom>
              <a:avLst/>
              <a:gdLst/>
              <a:ahLst/>
              <a:cxnLst/>
              <a:rect r="r" b="b" t="t" l="l"/>
              <a:pathLst>
                <a:path h="7828280" w="6333490">
                  <a:moveTo>
                    <a:pt x="6167120" y="4831080"/>
                  </a:moveTo>
                  <a:cubicBezTo>
                    <a:pt x="6333490" y="4287520"/>
                    <a:pt x="6027420" y="3710940"/>
                    <a:pt x="5482590" y="3544570"/>
                  </a:cubicBezTo>
                  <a:lnTo>
                    <a:pt x="4992370" y="3394710"/>
                  </a:lnTo>
                  <a:cubicBezTo>
                    <a:pt x="5501640" y="3489960"/>
                    <a:pt x="6012180" y="3190240"/>
                    <a:pt x="6167120" y="2683510"/>
                  </a:cubicBezTo>
                  <a:cubicBezTo>
                    <a:pt x="6333490" y="2139950"/>
                    <a:pt x="6027420" y="1563370"/>
                    <a:pt x="5482590" y="1397000"/>
                  </a:cubicBezTo>
                  <a:lnTo>
                    <a:pt x="1452880" y="166370"/>
                  </a:lnTo>
                  <a:cubicBezTo>
                    <a:pt x="909320" y="0"/>
                    <a:pt x="334010" y="306070"/>
                    <a:pt x="167640" y="849630"/>
                  </a:cubicBezTo>
                  <a:cubicBezTo>
                    <a:pt x="1270" y="1393190"/>
                    <a:pt x="307340" y="1969770"/>
                    <a:pt x="852170" y="2136140"/>
                  </a:cubicBezTo>
                  <a:lnTo>
                    <a:pt x="1341120" y="2286000"/>
                  </a:lnTo>
                  <a:cubicBezTo>
                    <a:pt x="831850" y="2190750"/>
                    <a:pt x="321310" y="2490470"/>
                    <a:pt x="166370" y="2997200"/>
                  </a:cubicBezTo>
                  <a:cubicBezTo>
                    <a:pt x="0" y="3540760"/>
                    <a:pt x="306070" y="4117340"/>
                    <a:pt x="850900" y="4283710"/>
                  </a:cubicBezTo>
                  <a:lnTo>
                    <a:pt x="1341120" y="4433570"/>
                  </a:lnTo>
                  <a:cubicBezTo>
                    <a:pt x="831850" y="4338320"/>
                    <a:pt x="321310" y="4638040"/>
                    <a:pt x="166370" y="5144770"/>
                  </a:cubicBezTo>
                  <a:cubicBezTo>
                    <a:pt x="0" y="5688330"/>
                    <a:pt x="306070" y="6264910"/>
                    <a:pt x="850900" y="6431280"/>
                  </a:cubicBezTo>
                  <a:lnTo>
                    <a:pt x="4880610" y="7661910"/>
                  </a:lnTo>
                  <a:cubicBezTo>
                    <a:pt x="5424170" y="7828280"/>
                    <a:pt x="6000750" y="7522210"/>
                    <a:pt x="6167120" y="6977380"/>
                  </a:cubicBezTo>
                  <a:cubicBezTo>
                    <a:pt x="6333490" y="6433820"/>
                    <a:pt x="6027420" y="5857240"/>
                    <a:pt x="5482590" y="5690870"/>
                  </a:cubicBezTo>
                  <a:lnTo>
                    <a:pt x="4992370" y="5541010"/>
                  </a:lnTo>
                  <a:cubicBezTo>
                    <a:pt x="5501640" y="5638800"/>
                    <a:pt x="6012180" y="5337810"/>
                    <a:pt x="6167120" y="4831080"/>
                  </a:cubicBezTo>
                  <a:close/>
                </a:path>
              </a:pathLst>
            </a:custGeom>
            <a:solidFill>
              <a:srgbClr val="86FCF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163037" y="3345042"/>
            <a:ext cx="7927751" cy="792775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8900" y="3175"/>
              <a:ext cx="635000" cy="720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875603" y="1153980"/>
            <a:ext cx="7090644" cy="3402711"/>
          </a:xfrm>
          <a:custGeom>
            <a:avLst/>
            <a:gdLst/>
            <a:ahLst/>
            <a:cxnLst/>
            <a:rect r="r" b="b" t="t" l="l"/>
            <a:pathLst>
              <a:path h="3402711" w="7090644">
                <a:moveTo>
                  <a:pt x="0" y="0"/>
                </a:moveTo>
                <a:lnTo>
                  <a:pt x="7090644" y="0"/>
                </a:lnTo>
                <a:lnTo>
                  <a:pt x="7090644" y="3402712"/>
                </a:lnTo>
                <a:lnTo>
                  <a:pt x="0" y="3402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753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36203" y="2873458"/>
            <a:ext cx="6133565" cy="6402964"/>
          </a:xfrm>
          <a:custGeom>
            <a:avLst/>
            <a:gdLst/>
            <a:ahLst/>
            <a:cxnLst/>
            <a:rect r="r" b="b" t="t" l="l"/>
            <a:pathLst>
              <a:path h="6402964" w="6133565">
                <a:moveTo>
                  <a:pt x="0" y="0"/>
                </a:moveTo>
                <a:lnTo>
                  <a:pt x="6133565" y="0"/>
                </a:lnTo>
                <a:lnTo>
                  <a:pt x="6133565" y="6402964"/>
                </a:lnTo>
                <a:lnTo>
                  <a:pt x="0" y="6402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969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61399" y="5143500"/>
            <a:ext cx="7782601" cy="4397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298180"/>
            <a:ext cx="18288000" cy="1988820"/>
            <a:chOff x="0" y="0"/>
            <a:chExt cx="4816593" cy="523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23804"/>
            </a:xfrm>
            <a:custGeom>
              <a:avLst/>
              <a:gdLst/>
              <a:ahLst/>
              <a:cxnLst/>
              <a:rect r="r" b="b" t="t" l="l"/>
              <a:pathLst>
                <a:path h="52380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23804"/>
                  </a:lnTo>
                  <a:lnTo>
                    <a:pt x="0" y="5238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816593" cy="609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492646" y="954577"/>
            <a:ext cx="6266909" cy="109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32"/>
              </a:lnSpc>
              <a:spcBef>
                <a:spcPct val="0"/>
              </a:spcBef>
            </a:pPr>
            <a:r>
              <a:rPr lang="en-US" sz="6727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In the 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454" y="3238340"/>
            <a:ext cx="16323658" cy="44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3"/>
              </a:lnSpc>
            </a:pPr>
            <a:r>
              <a:rPr lang="en-US" sz="5996">
                <a:solidFill>
                  <a:srgbClr val="FFFFFF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一機在手,省電、省力 我們全部都有</a:t>
            </a:r>
          </a:p>
          <a:p>
            <a:pPr algn="just">
              <a:lnSpc>
                <a:spcPts val="12053"/>
              </a:lnSpc>
            </a:pPr>
            <a:r>
              <a:rPr lang="en-US" sz="5996">
                <a:solidFill>
                  <a:srgbClr val="FFFFFF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刷卡秒控,拯救地球——I-Class</a:t>
            </a:r>
          </a:p>
          <a:p>
            <a:pPr algn="just">
              <a:lnSpc>
                <a:spcPts val="12053"/>
              </a:lnSpc>
            </a:pPr>
            <a:r>
              <a:rPr lang="en-US" sz="5996">
                <a:solidFill>
                  <a:srgbClr val="FFFFFF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以最簡單的動作，開創校園智慧永續新時代！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298180"/>
            <a:ext cx="18288000" cy="1988820"/>
            <a:chOff x="0" y="0"/>
            <a:chExt cx="4816593" cy="523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23804"/>
            </a:xfrm>
            <a:custGeom>
              <a:avLst/>
              <a:gdLst/>
              <a:ahLst/>
              <a:cxnLst/>
              <a:rect r="r" b="b" t="t" l="l"/>
              <a:pathLst>
                <a:path h="52380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23804"/>
                  </a:lnTo>
                  <a:lnTo>
                    <a:pt x="0" y="5238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816593" cy="609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819158" y="7756895"/>
            <a:ext cx="23506971" cy="4623120"/>
            <a:chOff x="0" y="0"/>
            <a:chExt cx="17671268" cy="34754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21920" y="-120650"/>
              <a:ext cx="17915108" cy="3716712"/>
            </a:xfrm>
            <a:custGeom>
              <a:avLst/>
              <a:gdLst/>
              <a:ahLst/>
              <a:cxnLst/>
              <a:rect r="r" b="b" t="t" l="l"/>
              <a:pathLst>
                <a:path h="3716712" w="17915108">
                  <a:moveTo>
                    <a:pt x="17664201" y="2278384"/>
                  </a:moveTo>
                  <a:cubicBezTo>
                    <a:pt x="17915108" y="2029392"/>
                    <a:pt x="17258812" y="1765275"/>
                    <a:pt x="15677795" y="1689065"/>
                  </a:cubicBezTo>
                  <a:lnTo>
                    <a:pt x="14255250" y="1620417"/>
                  </a:lnTo>
                  <a:cubicBezTo>
                    <a:pt x="15733076" y="1664049"/>
                    <a:pt x="17214588" y="1526755"/>
                    <a:pt x="17664201" y="1294634"/>
                  </a:cubicBezTo>
                  <a:cubicBezTo>
                    <a:pt x="17915108" y="1045642"/>
                    <a:pt x="17258812" y="781525"/>
                    <a:pt x="15677795" y="705315"/>
                  </a:cubicBezTo>
                  <a:lnTo>
                    <a:pt x="3984170" y="141593"/>
                  </a:lnTo>
                  <a:cubicBezTo>
                    <a:pt x="2406839" y="0"/>
                    <a:pt x="737374" y="205586"/>
                    <a:pt x="254593" y="454578"/>
                  </a:cubicBezTo>
                  <a:cubicBezTo>
                    <a:pt x="1270" y="703570"/>
                    <a:pt x="659982" y="967687"/>
                    <a:pt x="2240998" y="1043897"/>
                  </a:cubicBezTo>
                  <a:lnTo>
                    <a:pt x="3659859" y="1112544"/>
                  </a:lnTo>
                  <a:cubicBezTo>
                    <a:pt x="2182032" y="1068913"/>
                    <a:pt x="700520" y="1206207"/>
                    <a:pt x="250907" y="1438328"/>
                  </a:cubicBezTo>
                  <a:cubicBezTo>
                    <a:pt x="0" y="1687319"/>
                    <a:pt x="656296" y="1951437"/>
                    <a:pt x="2237313" y="2027647"/>
                  </a:cubicBezTo>
                  <a:lnTo>
                    <a:pt x="3659859" y="2096294"/>
                  </a:lnTo>
                  <a:cubicBezTo>
                    <a:pt x="2182032" y="2052662"/>
                    <a:pt x="700520" y="2189957"/>
                    <a:pt x="250907" y="2422077"/>
                  </a:cubicBezTo>
                  <a:cubicBezTo>
                    <a:pt x="0" y="2671069"/>
                    <a:pt x="656296" y="2935187"/>
                    <a:pt x="2237313" y="3011397"/>
                  </a:cubicBezTo>
                  <a:lnTo>
                    <a:pt x="13930938" y="3575118"/>
                  </a:lnTo>
                  <a:cubicBezTo>
                    <a:pt x="15508269" y="3716712"/>
                    <a:pt x="17181420" y="3511125"/>
                    <a:pt x="17664201" y="3261552"/>
                  </a:cubicBezTo>
                  <a:cubicBezTo>
                    <a:pt x="17915108" y="3012560"/>
                    <a:pt x="17258812" y="2748443"/>
                    <a:pt x="15677795" y="2672233"/>
                  </a:cubicBezTo>
                  <a:lnTo>
                    <a:pt x="14255250" y="2603585"/>
                  </a:lnTo>
                  <a:cubicBezTo>
                    <a:pt x="15733076" y="2648381"/>
                    <a:pt x="17214587" y="2510504"/>
                    <a:pt x="17664201" y="2278384"/>
                  </a:cubicBezTo>
                  <a:close/>
                </a:path>
              </a:pathLst>
            </a:custGeom>
            <a:solidFill>
              <a:srgbClr val="0097B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4154693" y="-1591893"/>
            <a:ext cx="23506971" cy="4623120"/>
            <a:chOff x="0" y="0"/>
            <a:chExt cx="17671268" cy="34754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121920" y="-120650"/>
              <a:ext cx="17915108" cy="3716712"/>
            </a:xfrm>
            <a:custGeom>
              <a:avLst/>
              <a:gdLst/>
              <a:ahLst/>
              <a:cxnLst/>
              <a:rect r="r" b="b" t="t" l="l"/>
              <a:pathLst>
                <a:path h="3716712" w="17915108">
                  <a:moveTo>
                    <a:pt x="17664201" y="2278384"/>
                  </a:moveTo>
                  <a:cubicBezTo>
                    <a:pt x="17915108" y="2029392"/>
                    <a:pt x="17258812" y="1765275"/>
                    <a:pt x="15677795" y="1689065"/>
                  </a:cubicBezTo>
                  <a:lnTo>
                    <a:pt x="14255250" y="1620417"/>
                  </a:lnTo>
                  <a:cubicBezTo>
                    <a:pt x="15733076" y="1664049"/>
                    <a:pt x="17214588" y="1526755"/>
                    <a:pt x="17664201" y="1294634"/>
                  </a:cubicBezTo>
                  <a:cubicBezTo>
                    <a:pt x="17915108" y="1045642"/>
                    <a:pt x="17258812" y="781525"/>
                    <a:pt x="15677795" y="705315"/>
                  </a:cubicBezTo>
                  <a:lnTo>
                    <a:pt x="3984170" y="141593"/>
                  </a:lnTo>
                  <a:cubicBezTo>
                    <a:pt x="2406839" y="0"/>
                    <a:pt x="737374" y="205586"/>
                    <a:pt x="254593" y="454578"/>
                  </a:cubicBezTo>
                  <a:cubicBezTo>
                    <a:pt x="1270" y="703570"/>
                    <a:pt x="659982" y="967687"/>
                    <a:pt x="2240998" y="1043897"/>
                  </a:cubicBezTo>
                  <a:lnTo>
                    <a:pt x="3659859" y="1112544"/>
                  </a:lnTo>
                  <a:cubicBezTo>
                    <a:pt x="2182032" y="1068913"/>
                    <a:pt x="700520" y="1206207"/>
                    <a:pt x="250907" y="1438328"/>
                  </a:cubicBezTo>
                  <a:cubicBezTo>
                    <a:pt x="0" y="1687319"/>
                    <a:pt x="656296" y="1951437"/>
                    <a:pt x="2237313" y="2027647"/>
                  </a:cubicBezTo>
                  <a:lnTo>
                    <a:pt x="3659859" y="2096294"/>
                  </a:lnTo>
                  <a:cubicBezTo>
                    <a:pt x="2182032" y="2052662"/>
                    <a:pt x="700520" y="2189957"/>
                    <a:pt x="250907" y="2422077"/>
                  </a:cubicBezTo>
                  <a:cubicBezTo>
                    <a:pt x="0" y="2671069"/>
                    <a:pt x="656296" y="2935187"/>
                    <a:pt x="2237313" y="3011397"/>
                  </a:cubicBezTo>
                  <a:lnTo>
                    <a:pt x="13930938" y="3575118"/>
                  </a:lnTo>
                  <a:cubicBezTo>
                    <a:pt x="15508269" y="3716712"/>
                    <a:pt x="17181420" y="3511125"/>
                    <a:pt x="17664201" y="3261552"/>
                  </a:cubicBezTo>
                  <a:cubicBezTo>
                    <a:pt x="17915108" y="3012560"/>
                    <a:pt x="17258812" y="2748443"/>
                    <a:pt x="15677795" y="2672233"/>
                  </a:cubicBezTo>
                  <a:lnTo>
                    <a:pt x="14255250" y="2603585"/>
                  </a:lnTo>
                  <a:cubicBezTo>
                    <a:pt x="15733076" y="2648381"/>
                    <a:pt x="17214587" y="2510504"/>
                    <a:pt x="17664201" y="2278384"/>
                  </a:cubicBezTo>
                  <a:close/>
                </a:path>
              </a:pathLst>
            </a:custGeom>
            <a:solidFill>
              <a:srgbClr val="5ED5C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666996" y="3086100"/>
            <a:ext cx="3626167" cy="4114800"/>
          </a:xfrm>
          <a:custGeom>
            <a:avLst/>
            <a:gdLst/>
            <a:ahLst/>
            <a:cxnLst/>
            <a:rect r="r" b="b" t="t" l="l"/>
            <a:pathLst>
              <a:path h="4114800" w="3626167">
                <a:moveTo>
                  <a:pt x="0" y="0"/>
                </a:moveTo>
                <a:lnTo>
                  <a:pt x="3626167" y="0"/>
                </a:lnTo>
                <a:lnTo>
                  <a:pt x="36261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19027" y="4521708"/>
            <a:ext cx="8249945" cy="116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8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謝謝大家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DAGlGsnyVY4</dc:identifier>
  <dcterms:modified xsi:type="dcterms:W3CDTF">2011-08-01T06:04:30Z</dcterms:modified>
  <cp:revision>1</cp:revision>
  <dc:title>i-class</dc:title>
</cp:coreProperties>
</file>